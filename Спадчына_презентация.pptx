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F5132"/>
                </a:solidFill>
                <a:latin typeface="Arial"/>
              </a:defRPr>
            </a:pPr>
            <a:r>
              <a:t>Спадчына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F2933"/>
                </a:solidFill>
                <a:latin typeface="Arial"/>
              </a:defRPr>
            </a:pPr>
            <a:r>
              <a:t>Интерактивный гид по культурному наследию Беларуси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6B7280"/>
                </a:solidFill>
                <a:latin typeface="Arial"/>
              </a:defRPr>
            </a:pPr>
            <a:r>
              <a:t>Образовательная платформа с викторинами, дуэлями, достижениями и чатом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6B7280"/>
                </a:solidFill>
                <a:latin typeface="Arial"/>
              </a:defRPr>
            </a:pPr>
            <a:r>
              <a:t>CultCode / Repablik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5132"/>
                </a:solidFill>
                <a:latin typeface="Arial"/>
              </a:defRPr>
            </a:pPr>
            <a:r>
              <a:t>Что такое «Спадчына»?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2000">
                <a:solidFill>
                  <a:srgbClr val="1F2933"/>
                </a:solidFill>
                <a:latin typeface="Arial"/>
              </a:defRPr>
            </a:pPr>
            <a:r>
              <a:t>Это веб-платформа, где школьники и молодёжь изучают культурное наследие Беларуси не по учебнику, а через интерактив: статьи, тесты, соревнования и общение.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6888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334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Библиотека знаний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9718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50+ статей о достопримечательностях, истории, культуре и природе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46888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51960" y="265176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6334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Викторины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9718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Проверка знаний после каждой статьи с начислением баллов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46888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63840" y="265176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63347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Геймификация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9718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Достижения, таблица лидеров, магазин декораций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438912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⚔️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3708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Дуэли и команды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7091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PvP-викторины и групповые битвы по 6-значному коду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42062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51960" y="438912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3708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Чат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7091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Личные сообщения с голосовым вводом на трёх языках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42062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63840" y="438912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🛡️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37083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Админ-панель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70916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Управление контентом и пользователями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5132"/>
                </a:solidFill>
                <a:latin typeface="Arial"/>
              </a:defRPr>
            </a:pPr>
            <a:r>
              <a:t>Проблема и решение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FDE8E8"/>
          </a:solidFill>
          <a:ln w="254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B91C1C"/>
                </a:solidFill>
                <a:latin typeface="Arial"/>
              </a:defRPr>
            </a:pPr>
            <a:r>
              <a:t>Проблема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Традиционные уроки быстро утрачивают внимание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Мало интерактивных ресурсов по белорусской культуре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Сложно мотивировать к самостоятельному изучению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Отсутствует соревновательный элемент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E6F2EC"/>
          </a:solidFill>
          <a:ln w="2540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5132"/>
                </a:solidFill>
                <a:latin typeface="Arial"/>
              </a:defRPr>
            </a:pPr>
            <a:r>
              <a:t>Решение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Игровое обучение: баллы, достижения, лидерборд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788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Понятный контент с категориями и сложностью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91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Социальные механики: дуэли, команды, чат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Голосовой ввод и доступность с любого устройства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5132"/>
                </a:solidFill>
                <a:latin typeface="Arial"/>
              </a:defRPr>
            </a:pPr>
            <a:r>
              <a:t>Технологический стек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5132"/>
                </a:solidFill>
                <a:latin typeface="Arial"/>
              </a:defRPr>
            </a:pPr>
            <a:r>
              <a:t>Фронтенд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React 18 — UI-компоненты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Vite 5 — сборка и dev-сервер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Чистый CSS + CSS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react-speech-recognition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FontAwesome 7 — иконки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46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ESLint — качество кода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B91C1C"/>
                </a:solidFill>
                <a:latin typeface="Arial"/>
              </a:defRPr>
            </a:pPr>
            <a:r>
              <a:t>Бэкенд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31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Go 1.26 — HTTP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834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SQLite — файловая БД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37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JWT — аутентификация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840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bcrypt — хэширование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343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Telegram Bot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846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• CORS + REST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5132"/>
                </a:solidFill>
                <a:latin typeface="Arial"/>
              </a:defRPr>
            </a:pPr>
            <a:r>
              <a:t>Архитектура системы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73152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8046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2933"/>
                </a:solidFill>
                <a:latin typeface="Arial"/>
              </a:defRPr>
            </a:pPr>
            <a:r>
              <a:t>Пользователь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11556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Браузер / мобильное устройство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92024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E6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9933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2933"/>
                </a:solidFill>
                <a:latin typeface="Arial"/>
              </a:defRPr>
            </a:pPr>
            <a:r>
              <a:t>Фронтенд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30428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React + Vite</a:t>
            </a:r>
            <a:br/>
            <a:r>
              <a:t>http://localhost:5173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310896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1821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49300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Go REST API</a:t>
            </a:r>
            <a:br/>
            <a:r>
              <a:t>/api/* → http://127.0.0.1:8081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429768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3708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База данных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68172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FFFFFF"/>
                </a:solidFill>
                <a:latin typeface="Arial"/>
              </a:defRPr>
            </a:pPr>
            <a:r>
              <a:t>SQLite</a:t>
            </a:r>
            <a:br/>
            <a:r>
              <a:t>cultcode.db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715000" y="1645920"/>
            <a:ext cx="54864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5715000" y="2834640"/>
            <a:ext cx="54864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5715000" y="4023360"/>
            <a:ext cx="54864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6B7280"/>
                </a:solidFill>
                <a:latin typeface="Arial"/>
              </a:defRPr>
            </a:pPr>
            <a:r>
              <a:t>Vite проксирует запросы /api на Go-сервер. Всё хранится в одной SQLite-базе.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5132"/>
                </a:solidFill>
                <a:latin typeface="Arial"/>
              </a:defRPr>
            </a:pPr>
            <a:r>
              <a:t>Ключевые возможности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🗺️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361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Карточки мест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Статьи с фото, категорией, сложностью и временем чтения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3716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51960" y="155448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5361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Викторины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8745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Single/multiple choice, подсчёт результата, бонусы за идеал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3716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63840" y="155448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5361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Прогресс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8745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Круговая диаграмма, список пройденных мест, достижения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0896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2735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Достижения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61188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12 значков: от «Первые шаги» до «Легенда»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310896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51960" y="329184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2735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Лидерборд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61188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Топ-50 по правильным ответам, профили участников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310896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63840" y="329184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🛍️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2735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Магазин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61188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Декорации за баллы: карточки, рамки, стикеры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5132"/>
                </a:solidFill>
                <a:latin typeface="Arial"/>
              </a:defRPr>
            </a:pPr>
            <a:r>
              <a:t>Социальные механики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⚔️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361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Дуэли 1×1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10 вопросов на время, бонус за скорость. Победитель получает +40 баллов и редкую рамку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3716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51960" y="155448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5361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Командные битвы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8745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Комната по 6-значному коду. Категория + 10–20 вопросов. Топ-3: 60/40/20 баллов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3716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63840" y="155448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53619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Чат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8745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Личные сообщения, поиск диалогов, непрочитанные сообщения, голосовой ввод RU/BY/EN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0896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2735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Telegram-бот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61188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Приём предложений от пользователей прямо в Telegram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310896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51960" y="329184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🛡️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2735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Админ-панель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61188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Создание статей из plain text, управление пользователями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310896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63840" y="3291840"/>
            <a:ext cx="502920" cy="502920"/>
          </a:xfrm>
          <a:prstGeom prst="ellipse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273552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3"/>
                </a:solidFill>
                <a:latin typeface="Arial"/>
              </a:defRPr>
            </a:pPr>
            <a:r>
              <a:t>Офлайн-фолбэк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61188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300">
                <a:solidFill>
                  <a:srgbClr val="6B7280"/>
                </a:solidFill>
                <a:latin typeface="Arial"/>
              </a:defRPr>
            </a:pPr>
            <a:r>
              <a:t>50+ статей зашиты локально — работает даже без сервера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5132"/>
                </a:solidFill>
                <a:latin typeface="Arial"/>
              </a:defRPr>
            </a:pPr>
            <a:r>
              <a:t>Геймификация и баллы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743200" cy="685800"/>
          </a:xfrm>
          <a:prstGeom prst="roundRect">
            <a:avLst>
              <a:gd name="adj" fmla="val 10000"/>
            </a:avLst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FFFFFF"/>
                </a:solidFill>
                <a:latin typeface="Arial"/>
              </a:defRPr>
            </a:pPr>
            <a:r>
              <a:t>Викторина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600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правильных × 10 + 20 за идеал / +10 за ≥70%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2743200" cy="685800"/>
          </a:xfrm>
          <a:prstGeom prst="roundRect">
            <a:avLst>
              <a:gd name="adj" fmla="val 10000"/>
            </a:avLst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FFFFFF"/>
                </a:solidFill>
                <a:latin typeface="Arial"/>
              </a:defRPr>
            </a:pPr>
            <a:r>
              <a:t>Дуэль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688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100 + остаток_времени × 5 за вопрос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2743200" cy="685800"/>
          </a:xfrm>
          <a:prstGeom prst="roundRect">
            <a:avLst>
              <a:gd name="adj" fmla="val 10000"/>
            </a:avLst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37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FFFFFF"/>
                </a:solidFill>
                <a:latin typeface="Arial"/>
              </a:defRPr>
            </a:pPr>
            <a:r>
              <a:t>Победа в дуэли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3375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+40 баллов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2743200" cy="685800"/>
          </a:xfrm>
          <a:prstGeom prst="roundRect">
            <a:avLst>
              <a:gd name="adj" fmla="val 10000"/>
            </a:avLst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FFFFFF"/>
                </a:solidFill>
                <a:latin typeface="Arial"/>
              </a:defRPr>
            </a:pPr>
            <a:r>
              <a:t>Командная битва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2062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100 за правильный ответ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2743200" cy="685800"/>
          </a:xfrm>
          <a:prstGeom prst="roundRect">
            <a:avLst>
              <a:gd name="adj" fmla="val 10000"/>
            </a:avLst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749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FFFFFF"/>
                </a:solidFill>
                <a:latin typeface="Arial"/>
              </a:defRPr>
            </a:pPr>
            <a:r>
              <a:t>Топ-3 в битве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0749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+60 / +40 / +20 баллов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5132"/>
                </a:solidFill>
                <a:latin typeface="Arial"/>
              </a:defRPr>
            </a:pPr>
            <a:r>
              <a:t>12 достижений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6B7280"/>
                </a:solidFill>
                <a:latin typeface="Arial"/>
              </a:defRPr>
            </a:pPr>
            <a:r>
              <a:t>Первые шаги • Искатель • Путешественник • Исследователь • Внимательный • Эрудит • Эксперт • Безупречно • Мастер идеала • Новичок • Профи • Легенда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5132"/>
                </a:solidFill>
                <a:latin typeface="Arial"/>
              </a:defRPr>
            </a:pPr>
            <a:r>
              <a:t>Цветовая палитра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0F5132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#0f5132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Основной зелёный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46304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B91C1C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#b91c1c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Акцентный красный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46304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8F5E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3"/>
                </a:solidFill>
                <a:latin typeface="Arial"/>
              </a:defRPr>
            </a:pPr>
            <a:r>
              <a:t>#f8f5ef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926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Фон страницы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5760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3"/>
                </a:solidFill>
                <a:latin typeface="Arial"/>
              </a:defRPr>
            </a:pPr>
            <a:r>
              <a:t>#ffffff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Поверхности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365760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1F2933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#1f2933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Основной текст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3657600"/>
            <a:ext cx="1371600" cy="1371600"/>
          </a:xfrm>
          <a:prstGeom prst="roundRect">
            <a:avLst>
              <a:gd name="adj" fmla="val 10000"/>
            </a:avLst>
          </a:prstGeom>
          <a:solidFill>
            <a:srgbClr val="6B7280"/>
          </a:solidFill>
          <a:ln w="12700">
            <a:solidFill>
              <a:srgbClr val="D8D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#6b7280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Приглушённый текст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6B7280"/>
                </a:solidFill>
                <a:latin typeface="Arial"/>
              </a:defRPr>
            </a:pPr>
            <a:r>
              <a:t>Зелёный символизирует природу и учёбу, красный — историю и наследие, кремовый фон создаёт тёплую патриотичную атмосферу.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5132"/>
                </a:solidFill>
                <a:latin typeface="Arial"/>
              </a:defRPr>
            </a:pPr>
            <a:r>
              <a:t>База данных SQLite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94360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users — аккаунты и баллы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594360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762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articles — статьи и вопросы (JSON)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594360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163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results — результаты викторин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594360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456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messages — личные сообщения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94360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duels — PvP-дуэли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594360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736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team_battles — групповые комнаты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5943600" cy="5029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3766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800">
                <a:solidFill>
                  <a:srgbClr val="1F2933"/>
                </a:solidFill>
                <a:latin typeface="Arial"/>
              </a:defRPr>
            </a:pPr>
            <a:r>
              <a:t>team_battle_participants — участники битв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5132"/>
                </a:solidFill>
                <a:latin typeface="Arial"/>
              </a:defRPr>
            </a:pPr>
            <a:r>
              <a:t>Связи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• results.user_id → users.id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331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• results.article_id → articles.id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• messages.sender_id → users.id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154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• messages.receiver_id → users.id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• duels.challenger_id → users.id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977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• team_battles.creator_id → users.id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• team_battle_participants.battle_id → team_battles.id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5132"/>
                </a:solidFill>
                <a:latin typeface="Arial"/>
              </a:defRPr>
            </a:pPr>
            <a:r>
              <a:t>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5132"/>
                </a:solidFill>
                <a:latin typeface="Arial"/>
              </a:defRPr>
            </a:pPr>
            <a:r>
              <a:t>Публичные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POST /api/register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POST /api/login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GET /api/articles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GET /api/articles/:id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8056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F5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572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GET /api/leaderboard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91C1C"/>
                </a:solidFill>
                <a:latin typeface="Arial"/>
              </a:defRPr>
            </a:pPr>
            <a:r>
              <a:t>Авторизованные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92024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011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GET /api/me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256032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POST /api/results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20040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291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GET /api/chat/messages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84048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POST /api/duels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48056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572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POST /api/team-battles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2933"/>
                </a:solidFill>
                <a:latin typeface="Arial"/>
              </a:defRPr>
            </a:pPr>
            <a:r>
              <a:t>Админ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92024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20116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POST /api/admin/articles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256032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PUT /api/admin/articles/:id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20040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3291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DELETE /api/admin/articles/:id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84048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39319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GET /api/admin/users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480560"/>
            <a:ext cx="3657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4572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1400">
                <a:solidFill>
                  <a:srgbClr val="1F2933"/>
                </a:solidFill>
                <a:latin typeface="Arial"/>
              </a:defRPr>
            </a:pPr>
            <a:r>
              <a:t>DELETE /api/admin/users/:id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5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400">
                <a:solidFill>
                  <a:srgbClr val="FFFFFF"/>
                </a:solidFill>
                <a:latin typeface="Arial"/>
              </a:defRPr>
            </a:pPr>
            <a:r>
              <a:t>Спадчына — узнай свою страну интерактивно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FFFFFF"/>
                </a:solidFill>
                <a:latin typeface="Arial"/>
              </a:defRPr>
            </a:pPr>
            <a:r>
              <a:t>CultCode / Repablik</a:t>
            </a:r>
            <a:br/>
            <a:r>
              <a:t>Фронтенд: http://localhost:5173</a:t>
            </a:r>
            <a:br/>
            <a:r>
              <a:t>Бэкенд: http://127.0.0.1:8081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